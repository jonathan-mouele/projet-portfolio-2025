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Open Sans SemiBold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penSansSemiBold-bold.fntdata"/><Relationship Id="rId12" Type="http://schemas.openxmlformats.org/officeDocument/2006/relationships/font" Target="fonts/OpenSa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SemiBold-boldItalic.fntdata"/><Relationship Id="rId14" Type="http://schemas.openxmlformats.org/officeDocument/2006/relationships/font" Target="fonts/OpenSansSemiBold-italic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1.png"/><Relationship Id="rId7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7.jpg"/><Relationship Id="rId5" Type="http://schemas.openxmlformats.org/officeDocument/2006/relationships/image" Target="../media/image4.png"/><Relationship Id="rId6" Type="http://schemas.openxmlformats.org/officeDocument/2006/relationships/image" Target="../media/image20.jpg"/><Relationship Id="rId7" Type="http://schemas.openxmlformats.org/officeDocument/2006/relationships/image" Target="../media/image10.jpg"/><Relationship Id="rId8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1709737"/>
            <a:ext cx="11049000" cy="400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52500" y="1804987"/>
            <a:ext cx="1066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SOUTENANCE E5 - BTS SIO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00287"/>
            <a:ext cx="114300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PRÉSENTATION DES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125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STAGES PRATIQUES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833812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Jonathan Dieudonné MOUELE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3481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Stage 1 : Épargne &amp; Développement du Gabon (EDG)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05125"/>
            <a:ext cx="61722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771900"/>
            <a:ext cx="61722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762000" y="1447800"/>
            <a:ext cx="6172200" cy="400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1543050"/>
            <a:ext cx="5791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STAGE 1 : MICROFINANCE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2038350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FICHE D'IDENTITÉ : EDG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62000" y="2543175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638675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EDG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est un acteur historique de la microfinance au Gabon.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5024437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25" u="none" cap="none" strike="noStrike">
                <a:solidFill>
                  <a:srgbClr val="EAB308"/>
                </a:solidFill>
                <a:latin typeface="Open Sans"/>
                <a:ea typeface="Open Sans"/>
                <a:cs typeface="Open Sans"/>
                <a:sym typeface="Open Sans"/>
              </a:rPr>
              <a:t>"Votre partenaire N°1 du Développement"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3048000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CRÉATION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3228975"/>
            <a:ext cx="5743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2009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3914775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CAPITAL SOCIAL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4095750"/>
            <a:ext cx="5743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1 099 000 000 FCFA (1 675 414 €)</a:t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1949" y="2183663"/>
            <a:ext cx="3708050" cy="24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619250"/>
            <a:ext cx="41148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1962150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STRUCTURE &amp; POSITION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62000" y="2466975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558212" y="3257550"/>
            <a:ext cx="162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 Organigramme EDG]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24175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228725" y="2828925"/>
            <a:ext cx="56707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Pôle Support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228725" y="3238500"/>
            <a:ext cx="54006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Directions Administrative, Financière et Système d'Information.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57637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266825" y="3862387"/>
            <a:ext cx="57907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Ma Position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266825" y="4271962"/>
            <a:ext cx="55149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Stage réalisé au sein du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Service DSI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(Support &amp; Développement).</a:t>
            </a:r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2800" y="1619250"/>
            <a:ext cx="432327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51750" y="4908950"/>
            <a:ext cx="31432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1725959"/>
            <a:ext cx="12382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0" y="1725959"/>
            <a:ext cx="12382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7150" y="3524250"/>
            <a:ext cx="12382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0" y="3524250"/>
            <a:ext cx="123825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1983581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L'ÉQUIPE DSI (EDG)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762000" y="2488406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2850356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Mon stage s'est déroulé au sein d'une équipe structurée de 4 experts :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3331368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Nestor TCHIMINA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(Directeur)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3717131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Vinny MAYOMBO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(Tuteur)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4102893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Chancel MBA NDONG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(Employé)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4488656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Steve MOMBO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(Adjoint)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877175" y="3059459"/>
            <a:ext cx="8382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N. TCHIMINA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015537" y="3059459"/>
            <a:ext cx="86677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V. MAYOMBO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796212" y="4857750"/>
            <a:ext cx="100012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C. MBA NDONG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0101262" y="4857750"/>
            <a:ext cx="69532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S. MOMBO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74231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59993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145756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31518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8139112" y="2145059"/>
            <a:ext cx="3144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Photo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Netor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315575" y="2145059"/>
            <a:ext cx="266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Photo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Vinny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115300" y="3943350"/>
            <a:ext cx="361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Photo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Chancel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315575" y="3943350"/>
            <a:ext cx="2667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Photo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Stev</a:t>
            </a:r>
            <a:endParaRPr/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5753" y="1882311"/>
            <a:ext cx="8382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82200" y="1887850"/>
            <a:ext cx="800100" cy="8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15907" y="3744638"/>
            <a:ext cx="838200" cy="83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82199" y="3710575"/>
            <a:ext cx="678398" cy="905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/>
        </p:nvSpPr>
        <p:spPr>
          <a:xfrm>
            <a:off x="762000" y="1690687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MISSIONS RÉALISÉES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2000" y="2195512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8301037" y="3257550"/>
            <a:ext cx="2143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 Capture Outils Python/PHP ]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52712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1266825" y="2557462"/>
            <a:ext cx="59507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Développement Web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266825" y="2967037"/>
            <a:ext cx="5667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Stack Python &amp; PHP. Conception d'outils internes et interfaces modernes.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57637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200150" y="3862387"/>
            <a:ext cx="60207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Maintenance &amp; Support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200150" y="4271962"/>
            <a:ext cx="5734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Résolution de tickets d'assistance informatique et support utilisateur.</a:t>
            </a:r>
            <a:endParaRPr/>
          </a:p>
        </p:txBody>
      </p:sp>
      <p:pic>
        <p:nvPicPr>
          <p:cNvPr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9675" y="1838475"/>
            <a:ext cx="4783901" cy="34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762000" y="2405062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CADRE DE TRAVAIL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762000" y="2909887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3271837"/>
            <a:ext cx="64808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AB30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BLAB Maanda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3681412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Travail collaboratif en présentiel au bureau principal de la DSI.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4067175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Encadrement 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Suivi quotidien et feedbacks techniques par Mr. Vinny.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3194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2800" y="2278249"/>
            <a:ext cx="4493499" cy="296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