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Open Sans SemiBold"/>
      <p:regular r:id="rId11"/>
      <p:bold r:id="rId12"/>
      <p:italic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SemiBold-italic.fntdata"/><Relationship Id="rId12" Type="http://schemas.openxmlformats.org/officeDocument/2006/relationships/font" Target="fonts/OpenSa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OpenSansSemiBold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1709737"/>
            <a:ext cx="11049000" cy="400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52500" y="1804987"/>
            <a:ext cx="1066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SOUTENANCE E5 - BTS SIO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00287"/>
            <a:ext cx="114300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PRÉSENTATION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125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STAGE PRATIQUE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33812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Jonathan Dieudonné MOUELE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394596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Stage 2 : Talent Consulting Services (TCS)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62275"/>
            <a:ext cx="61722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829050"/>
            <a:ext cx="61722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762000" y="1504950"/>
            <a:ext cx="6172200" cy="400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1600200"/>
            <a:ext cx="5791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STAGE 2 : CONSEIL &amp; ESN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2095500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FICHE D'IDENTITÉ : TCS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62000" y="2600325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695825"/>
            <a:ext cx="6172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TCS accompagne les entreprises dans la structuration et l'organisation de leurs solutions informatiques.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10515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3286125"/>
            <a:ext cx="5743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Talent Consulting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397192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4152900"/>
            <a:ext cx="5743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Audit, Conseil et Solutions Réseaux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2800" y="1867793"/>
            <a:ext cx="4595427" cy="25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619250"/>
            <a:ext cx="4114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1962150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STRUCTURE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762000" y="2466975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2417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266825" y="2828925"/>
            <a:ext cx="56307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Organisation Agile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266825" y="3238500"/>
            <a:ext cx="53625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Fonctionnement par projets clients focalisés sur l'audit réseau.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57637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266825" y="3862387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266825" y="4271962"/>
            <a:ext cx="52387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Stagiaire en développement de solutions de gestion internes.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57988" y="1619250"/>
            <a:ext cx="5134425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83668"/>
            <a:ext cx="6172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3850" y="200025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1816893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L'ENCADREMENT (TCS)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762000" y="2321718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4655343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Gestion du suivi des livrables en mode distanciel.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123950" y="2969418"/>
            <a:ext cx="58007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Mr. Karl KOMBILA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123950" y="3455193"/>
            <a:ext cx="55245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Mon Tuteur de Stage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23950" y="3840956"/>
            <a:ext cx="55245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Chef de projet / Consultant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8763000" y="3257550"/>
            <a:ext cx="12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 PhotoMr. Karl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9400" y="2536755"/>
            <a:ext cx="1626395" cy="1626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619250"/>
            <a:ext cx="4114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62000" y="1690687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MISSIONS : TIMESHEET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62000" y="2195512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52712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171575" y="2557462"/>
            <a:ext cx="60507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Application Gestion de Temps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1171575" y="2967037"/>
            <a:ext cx="5762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Développement complet d'une application de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Feuille de Temps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numérique.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57637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1143000" y="3862387"/>
            <a:ext cx="60807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Manuel d'Utilisation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1143000" y="4271962"/>
            <a:ext cx="5791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Rédaction de la documentation technique et guide utilisateur de l'application.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15625" y="1799627"/>
            <a:ext cx="4876800" cy="3258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